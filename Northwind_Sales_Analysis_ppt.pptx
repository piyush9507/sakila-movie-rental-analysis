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Sample Product Category Mix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B134"/>
              </a:solidFill>
              <a:effectLst/>
            </c:spPr>
          </c:dPt>
          <c:dPt>
            <c:idx val="3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bubble3D val="0"/>
            <c:spPr>
              <a:solidFill>
                <a:srgbClr val="B85042"/>
              </a:solidFill>
              <a:effectLst/>
            </c:spPr>
          </c:dPt>
          <c:dPt>
            <c:idx val="5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Beverages</c:v>
                </c:pt>
                <c:pt idx="1">
                  <c:v>Condiments</c:v>
                </c:pt>
                <c:pt idx="2">
                  <c:v>Confections</c:v>
                </c:pt>
                <c:pt idx="3">
                  <c:v>Dairy</c:v>
                </c:pt>
                <c:pt idx="4">
                  <c:v>Seafood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20</c:v>
                </c:pt>
                <c:pt idx="1">
                  <c:v>13</c:v>
                </c:pt>
                <c:pt idx="2">
                  <c:v>16</c:v>
                </c:pt>
                <c:pt idx="3">
                  <c:v>18</c:v>
                </c:pt>
                <c:pt idx="4">
                  <c:v>15</c:v>
                </c:pt>
                <c:pt idx="5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Sales Trend (Excel Pivot)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38</c:v>
                </c:pt>
                <c:pt idx="2">
                  <c:v>51</c:v>
                </c:pt>
                <c:pt idx="3">
                  <c:v>47</c:v>
                </c:pt>
                <c:pt idx="4">
                  <c:v>60</c:v>
                </c:pt>
                <c:pt idx="5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Quarterly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295</c:v>
                </c:pt>
                <c:pt idx="2">
                  <c:v>360</c:v>
                </c:pt>
                <c:pt idx="3">
                  <c:v>385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Categories by Revenue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Beverages</c:v>
                  </c:pt>
                  <c:pt idx="1">
                    <c:v>Dairy</c:v>
                  </c:pt>
                  <c:pt idx="2">
                    <c:v>Confections</c:v>
                  </c:pt>
                  <c:pt idx="3">
                    <c:v>Seafood</c:v>
                  </c:pt>
                  <c:pt idx="4">
                    <c:v>Meat/Poultry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267</c:v>
                </c:pt>
                <c:pt idx="1">
                  <c:v>234</c:v>
                </c:pt>
                <c:pt idx="2">
                  <c:v>190</c:v>
                </c:pt>
                <c:pt idx="3">
                  <c:v>188</c:v>
                </c:pt>
                <c:pt idx="4">
                  <c:v>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NORTHWIND SALES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Project using Excel, SQL &amp; Power BI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7731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77440" y="45720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47731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931920" y="45720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477316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5440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Northwind Dataset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03920" y="137160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732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3252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32520" y="2624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73252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732520" y="4361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732520" y="5230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classic Northwind Traders dataset across three complementary tools to deliver a complete sales performance picture.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 &amp; exploratory analysis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14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Querying, aggregation &amp; business-question answering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0116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514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4108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visual storytelling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sales trends, top customers/products, regional performance, and provide actionable business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Northwind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widely-used sample database simulating a specialty food trading company's sales operations.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Order Details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sales records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Categories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887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goods sold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Employees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bought, who sold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463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Shippers &amp; Regions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18872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geography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949440" y="182880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Analysis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&amp; cleaned raw Northwind tables (Orders, Products, Customers)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58568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2240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 Tables to summarize sales by category, region &amp; employee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3017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formulas (VLOOKUP/XLOOKUP, SUMIFS, IFERROR) for data joins &amp; KPIs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13048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012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dashboard with slicers for interactive filtering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0" y="137160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4" name="Shape 6"/>
          <p:cNvSpPr/>
          <p:nvPr/>
        </p:nvSpPr>
        <p:spPr>
          <a:xfrm>
            <a:off x="6400800" y="43434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</p:sp>
      <p:sp>
        <p:nvSpPr>
          <p:cNvPr id="15" name="Text 7"/>
          <p:cNvSpPr/>
          <p:nvPr/>
        </p:nvSpPr>
        <p:spPr>
          <a:xfrm>
            <a:off x="6629400" y="45262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An interactive Excel workbook with pivot dashboards summarizing sales, top products, and regional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the Northwind relational database to answer key business questions using joins, aggregations, and subqueries.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131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c.CompanyName, SUM(od.UnitPrice * od.Quantity) AS Revenue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[Order Details] od ON o.OrderID = od.OrderID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c ON o.CustomerID = c.CustomerID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c.CompanyName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E5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385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&amp; products by revenue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328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0" y="2514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yearly sales trend queries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1272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512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ranking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2160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5120" y="3703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category-wise breakdowns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309360" y="42976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7" name="Text 10"/>
          <p:cNvSpPr/>
          <p:nvPr/>
        </p:nvSpPr>
        <p:spPr>
          <a:xfrm>
            <a:off x="6537960" y="4480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set of reusable SQL scripts answering core business questions, validated against pivot results.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Excel and SQL findings together into a single interactive dashboard for stakeholders.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$1.35M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3375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12648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15400" y="1828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1540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9154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2918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" descr=""/>
          <p:cNvGraphicFramePr/>
          <p:nvPr/>
        </p:nvGraphicFramePr>
        <p:xfrm>
          <a:off x="6217920" y="32918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&amp; Dairy lead category revenue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88720" y="1847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contribute over 40% of total sales.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4203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514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Q4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88720" y="2898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season drives the strongest quarterly performance.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9359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566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customers drive outsized revenue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8872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account for a disproportionate share of orders.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617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Europe is the strongest region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188720" y="5001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volume and revenue concentration.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645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spend on top-performing categories (Beverages, Dairy)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00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331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retention programs for top 10 high-value customers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358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&amp; staffing ahead of Q4 seasonal demand spike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2160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703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sales efforts in underperforming regions identified in Power BI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3" name="Text 7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an end-to-end analytics workflow — from raw data in Excel, through SQL querying, to a polished Power BI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Sales Analysis</dc:title>
  <dc:subject>PptxGenJS Presentation</dc:subject>
  <dc:creator>Northwind Analytics Project</dc:creator>
  <cp:lastModifiedBy>Northwind Analytics Project</cp:lastModifiedBy>
  <cp:revision>1</cp:revision>
  <dcterms:created xsi:type="dcterms:W3CDTF">2026-06-19T14:46:25Z</dcterms:created>
  <dcterms:modified xsi:type="dcterms:W3CDTF">2026-06-19T14:46:25Z</dcterms:modified>
</cp:coreProperties>
</file>